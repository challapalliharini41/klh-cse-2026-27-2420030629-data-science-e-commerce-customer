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41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ini challapalli" userId="926ace1baa8b20be" providerId="LiveId" clId="{CA5631AF-07DF-4E97-938C-C8D51EF12B46}"/>
    <pc:docChg chg="custSel modSld sldOrd">
      <pc:chgData name="harini challapalli" userId="926ace1baa8b20be" providerId="LiveId" clId="{CA5631AF-07DF-4E97-938C-C8D51EF12B46}" dt="2026-09-15T04:11:17.239" v="249" actId="21"/>
      <pc:docMkLst>
        <pc:docMk/>
      </pc:docMkLst>
      <pc:sldChg chg="addSp delSp modSp mod">
        <pc:chgData name="harini challapalli" userId="926ace1baa8b20be" providerId="LiveId" clId="{CA5631AF-07DF-4E97-938C-C8D51EF12B46}" dt="2026-09-15T04:11:17.239" v="249" actId="21"/>
        <pc:sldMkLst>
          <pc:docMk/>
          <pc:sldMk cId="0" sldId="256"/>
        </pc:sldMkLst>
        <pc:spChg chg="mod">
          <ac:chgData name="harini challapalli" userId="926ace1baa8b20be" providerId="LiveId" clId="{CA5631AF-07DF-4E97-938C-C8D51EF12B46}" dt="2026-09-15T03:47:09.579" v="158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harini challapalli" userId="926ace1baa8b20be" providerId="LiveId" clId="{CA5631AF-07DF-4E97-938C-C8D51EF12B46}" dt="2026-09-15T03:47:31.729" v="164" actId="20577"/>
          <ac:spMkLst>
            <pc:docMk/>
            <pc:sldMk cId="0" sldId="256"/>
            <ac:spMk id="3" creationId="{00000000-0000-0000-0000-000000000000}"/>
          </ac:spMkLst>
        </pc:spChg>
        <pc:spChg chg="del mod">
          <ac:chgData name="harini challapalli" userId="926ace1baa8b20be" providerId="LiveId" clId="{CA5631AF-07DF-4E97-938C-C8D51EF12B46}" dt="2026-09-15T03:58:30.604" v="166"/>
          <ac:spMkLst>
            <pc:docMk/>
            <pc:sldMk cId="0" sldId="256"/>
            <ac:spMk id="4" creationId="{00000000-0000-0000-0000-000000000000}"/>
          </ac:spMkLst>
        </pc:spChg>
        <pc:spChg chg="del mod">
          <ac:chgData name="harini challapalli" userId="926ace1baa8b20be" providerId="LiveId" clId="{CA5631AF-07DF-4E97-938C-C8D51EF12B46}" dt="2026-09-15T03:58:30.605" v="168"/>
          <ac:spMkLst>
            <pc:docMk/>
            <pc:sldMk cId="0" sldId="256"/>
            <ac:spMk id="5" creationId="{00000000-0000-0000-0000-000000000000}"/>
          </ac:spMkLst>
        </pc:spChg>
        <pc:spChg chg="mod">
          <ac:chgData name="harini challapalli" userId="926ace1baa8b20be" providerId="LiveId" clId="{CA5631AF-07DF-4E97-938C-C8D51EF12B46}" dt="2026-09-15T03:47:19.729" v="160" actId="14100"/>
          <ac:spMkLst>
            <pc:docMk/>
            <pc:sldMk cId="0" sldId="256"/>
            <ac:spMk id="6" creationId="{00000000-0000-0000-0000-000000000000}"/>
          </ac:spMkLst>
        </pc:spChg>
        <pc:picChg chg="add del mod">
          <ac:chgData name="harini challapalli" userId="926ace1baa8b20be" providerId="LiveId" clId="{CA5631AF-07DF-4E97-938C-C8D51EF12B46}" dt="2026-09-15T04:11:17.239" v="249" actId="21"/>
          <ac:picMkLst>
            <pc:docMk/>
            <pc:sldMk cId="0" sldId="256"/>
            <ac:picMk id="5" creationId="{1476FE19-191D-1384-B382-58F2997103CB}"/>
          </ac:picMkLst>
        </pc:picChg>
      </pc:sldChg>
      <pc:sldChg chg="addSp delSp modSp mod">
        <pc:chgData name="harini challapalli" userId="926ace1baa8b20be" providerId="LiveId" clId="{CA5631AF-07DF-4E97-938C-C8D51EF12B46}" dt="2026-09-15T04:02:30.925" v="185" actId="1076"/>
        <pc:sldMkLst>
          <pc:docMk/>
          <pc:sldMk cId="0" sldId="257"/>
        </pc:sldMkLst>
        <pc:spChg chg="mod">
          <ac:chgData name="harini challapalli" userId="926ace1baa8b20be" providerId="LiveId" clId="{CA5631AF-07DF-4E97-938C-C8D51EF12B46}" dt="2026-09-15T04:01:34.366" v="179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harini challapalli" userId="926ace1baa8b20be" providerId="LiveId" clId="{CA5631AF-07DF-4E97-938C-C8D51EF12B46}" dt="2026-09-15T04:02:20.760" v="184" actId="14100"/>
          <ac:spMkLst>
            <pc:docMk/>
            <pc:sldMk cId="0" sldId="257"/>
            <ac:spMk id="3" creationId="{00000000-0000-0000-0000-000000000000}"/>
          </ac:spMkLst>
        </pc:spChg>
        <pc:spChg chg="del mod">
          <ac:chgData name="harini challapalli" userId="926ace1baa8b20be" providerId="LiveId" clId="{CA5631AF-07DF-4E97-938C-C8D51EF12B46}" dt="2026-09-15T04:02:06.540" v="183" actId="21"/>
          <ac:spMkLst>
            <pc:docMk/>
            <pc:sldMk cId="0" sldId="257"/>
            <ac:spMk id="4" creationId="{00000000-0000-0000-0000-000000000000}"/>
          </ac:spMkLst>
        </pc:spChg>
        <pc:spChg chg="mod">
          <ac:chgData name="harini challapalli" userId="926ace1baa8b20be" providerId="LiveId" clId="{CA5631AF-07DF-4E97-938C-C8D51EF12B46}" dt="2026-09-15T04:01:12.334" v="176" actId="14100"/>
          <ac:spMkLst>
            <pc:docMk/>
            <pc:sldMk cId="0" sldId="257"/>
            <ac:spMk id="6" creationId="{00000000-0000-0000-0000-000000000000}"/>
          </ac:spMkLst>
        </pc:spChg>
        <pc:picChg chg="add mod">
          <ac:chgData name="harini challapalli" userId="926ace1baa8b20be" providerId="LiveId" clId="{CA5631AF-07DF-4E97-938C-C8D51EF12B46}" dt="2026-09-15T04:02:30.925" v="185" actId="1076"/>
          <ac:picMkLst>
            <pc:docMk/>
            <pc:sldMk cId="0" sldId="257"/>
            <ac:picMk id="21" creationId="{53594437-2E06-7AF4-E512-B6BB32A1079F}"/>
          </ac:picMkLst>
        </pc:picChg>
      </pc:sldChg>
      <pc:sldChg chg="addSp delSp modSp mod">
        <pc:chgData name="harini challapalli" userId="926ace1baa8b20be" providerId="LiveId" clId="{CA5631AF-07DF-4E97-938C-C8D51EF12B46}" dt="2026-09-15T04:03:07.569" v="193" actId="1076"/>
        <pc:sldMkLst>
          <pc:docMk/>
          <pc:sldMk cId="0" sldId="258"/>
        </pc:sldMkLst>
        <pc:spChg chg="mod">
          <ac:chgData name="harini challapalli" userId="926ace1baa8b20be" providerId="LiveId" clId="{CA5631AF-07DF-4E97-938C-C8D51EF12B46}" dt="2026-09-15T04:02:40.406" v="186" actId="1076"/>
          <ac:spMkLst>
            <pc:docMk/>
            <pc:sldMk cId="0" sldId="258"/>
            <ac:spMk id="2" creationId="{00000000-0000-0000-0000-000000000000}"/>
          </ac:spMkLst>
        </pc:spChg>
        <pc:spChg chg="mod">
          <ac:chgData name="harini challapalli" userId="926ace1baa8b20be" providerId="LiveId" clId="{CA5631AF-07DF-4E97-938C-C8D51EF12B46}" dt="2026-09-15T04:02:45.856" v="188" actId="1076"/>
          <ac:spMkLst>
            <pc:docMk/>
            <pc:sldMk cId="0" sldId="258"/>
            <ac:spMk id="3" creationId="{00000000-0000-0000-0000-000000000000}"/>
          </ac:spMkLst>
        </pc:spChg>
        <pc:spChg chg="del mod">
          <ac:chgData name="harini challapalli" userId="926ace1baa8b20be" providerId="LiveId" clId="{CA5631AF-07DF-4E97-938C-C8D51EF12B46}" dt="2026-09-15T04:02:54.531" v="191" actId="21"/>
          <ac:spMkLst>
            <pc:docMk/>
            <pc:sldMk cId="0" sldId="258"/>
            <ac:spMk id="4" creationId="{00000000-0000-0000-0000-000000000000}"/>
          </ac:spMkLst>
        </pc:spChg>
        <pc:spChg chg="add del">
          <ac:chgData name="harini challapalli" userId="926ace1baa8b20be" providerId="LiveId" clId="{CA5631AF-07DF-4E97-938C-C8D51EF12B46}" dt="2026-09-15T04:02:51.654" v="190" actId="21"/>
          <ac:spMkLst>
            <pc:docMk/>
            <pc:sldMk cId="0" sldId="258"/>
            <ac:spMk id="10" creationId="{9C92313D-4177-0F4F-CA5B-F835C40E58B0}"/>
          </ac:spMkLst>
        </pc:spChg>
        <pc:picChg chg="add mod">
          <ac:chgData name="harini challapalli" userId="926ace1baa8b20be" providerId="LiveId" clId="{CA5631AF-07DF-4E97-938C-C8D51EF12B46}" dt="2026-09-15T04:03:07.569" v="193" actId="1076"/>
          <ac:picMkLst>
            <pc:docMk/>
            <pc:sldMk cId="0" sldId="258"/>
            <ac:picMk id="12" creationId="{F42E06E2-66AA-8635-52E8-176D50865863}"/>
          </ac:picMkLst>
        </pc:picChg>
      </pc:sldChg>
      <pc:sldChg chg="addSp delSp modSp mod">
        <pc:chgData name="harini challapalli" userId="926ace1baa8b20be" providerId="LiveId" clId="{CA5631AF-07DF-4E97-938C-C8D51EF12B46}" dt="2026-09-15T04:03:20.817" v="196" actId="22"/>
        <pc:sldMkLst>
          <pc:docMk/>
          <pc:sldMk cId="0" sldId="259"/>
        </pc:sldMkLst>
        <pc:spChg chg="mod">
          <ac:chgData name="harini challapalli" userId="926ace1baa8b20be" providerId="LiveId" clId="{CA5631AF-07DF-4E97-938C-C8D51EF12B46}" dt="2026-09-15T04:03:17.801" v="195" actId="1076"/>
          <ac:spMkLst>
            <pc:docMk/>
            <pc:sldMk cId="0" sldId="259"/>
            <ac:spMk id="3" creationId="{00000000-0000-0000-0000-000000000000}"/>
          </ac:spMkLst>
        </pc:spChg>
        <pc:spChg chg="del">
          <ac:chgData name="harini challapalli" userId="926ace1baa8b20be" providerId="LiveId" clId="{CA5631AF-07DF-4E97-938C-C8D51EF12B46}" dt="2026-09-15T04:03:14.354" v="194" actId="478"/>
          <ac:spMkLst>
            <pc:docMk/>
            <pc:sldMk cId="0" sldId="259"/>
            <ac:spMk id="4" creationId="{00000000-0000-0000-0000-000000000000}"/>
          </ac:spMkLst>
        </pc:spChg>
        <pc:picChg chg="add">
          <ac:chgData name="harini challapalli" userId="926ace1baa8b20be" providerId="LiveId" clId="{CA5631AF-07DF-4E97-938C-C8D51EF12B46}" dt="2026-09-15T04:03:20.817" v="196" actId="22"/>
          <ac:picMkLst>
            <pc:docMk/>
            <pc:sldMk cId="0" sldId="259"/>
            <ac:picMk id="23" creationId="{C9EE0F6C-64ED-124B-A90E-10B772C7337B}"/>
          </ac:picMkLst>
        </pc:picChg>
      </pc:sldChg>
      <pc:sldChg chg="addSp delSp modSp mod">
        <pc:chgData name="harini challapalli" userId="926ace1baa8b20be" providerId="LiveId" clId="{CA5631AF-07DF-4E97-938C-C8D51EF12B46}" dt="2026-09-15T04:03:35.115" v="199" actId="22"/>
        <pc:sldMkLst>
          <pc:docMk/>
          <pc:sldMk cId="0" sldId="260"/>
        </pc:sldMkLst>
        <pc:spChg chg="mod">
          <ac:chgData name="harini challapalli" userId="926ace1baa8b20be" providerId="LiveId" clId="{CA5631AF-07DF-4E97-938C-C8D51EF12B46}" dt="2026-09-15T04:03:32.682" v="198" actId="1076"/>
          <ac:spMkLst>
            <pc:docMk/>
            <pc:sldMk cId="0" sldId="260"/>
            <ac:spMk id="3" creationId="{00000000-0000-0000-0000-000000000000}"/>
          </ac:spMkLst>
        </pc:spChg>
        <pc:spChg chg="del">
          <ac:chgData name="harini challapalli" userId="926ace1baa8b20be" providerId="LiveId" clId="{CA5631AF-07DF-4E97-938C-C8D51EF12B46}" dt="2026-09-15T04:03:28.918" v="197" actId="478"/>
          <ac:spMkLst>
            <pc:docMk/>
            <pc:sldMk cId="0" sldId="260"/>
            <ac:spMk id="4" creationId="{00000000-0000-0000-0000-000000000000}"/>
          </ac:spMkLst>
        </pc:spChg>
        <pc:picChg chg="add">
          <ac:chgData name="harini challapalli" userId="926ace1baa8b20be" providerId="LiveId" clId="{CA5631AF-07DF-4E97-938C-C8D51EF12B46}" dt="2026-09-15T04:03:35.115" v="199" actId="22"/>
          <ac:picMkLst>
            <pc:docMk/>
            <pc:sldMk cId="0" sldId="260"/>
            <ac:picMk id="16" creationId="{4B30C8C7-9EE5-25D8-7A16-CC12B7D4CA59}"/>
          </ac:picMkLst>
        </pc:picChg>
      </pc:sldChg>
      <pc:sldChg chg="addSp delSp modSp mod">
        <pc:chgData name="harini challapalli" userId="926ace1baa8b20be" providerId="LiveId" clId="{CA5631AF-07DF-4E97-938C-C8D51EF12B46}" dt="2026-09-15T04:04:40.588" v="203" actId="1076"/>
        <pc:sldMkLst>
          <pc:docMk/>
          <pc:sldMk cId="0" sldId="261"/>
        </pc:sldMkLst>
        <pc:spChg chg="mod">
          <ac:chgData name="harini challapalli" userId="926ace1baa8b20be" providerId="LiveId" clId="{CA5631AF-07DF-4E97-938C-C8D51EF12B46}" dt="2026-09-15T04:04:40.588" v="203" actId="1076"/>
          <ac:spMkLst>
            <pc:docMk/>
            <pc:sldMk cId="0" sldId="261"/>
            <ac:spMk id="3" creationId="{00000000-0000-0000-0000-000000000000}"/>
          </ac:spMkLst>
        </pc:spChg>
        <pc:spChg chg="del">
          <ac:chgData name="harini challapalli" userId="926ace1baa8b20be" providerId="LiveId" clId="{CA5631AF-07DF-4E97-938C-C8D51EF12B46}" dt="2026-09-15T04:03:51.383" v="200" actId="478"/>
          <ac:spMkLst>
            <pc:docMk/>
            <pc:sldMk cId="0" sldId="261"/>
            <ac:spMk id="4" creationId="{00000000-0000-0000-0000-000000000000}"/>
          </ac:spMkLst>
        </pc:spChg>
        <pc:picChg chg="add">
          <ac:chgData name="harini challapalli" userId="926ace1baa8b20be" providerId="LiveId" clId="{CA5631AF-07DF-4E97-938C-C8D51EF12B46}" dt="2026-09-15T04:04:36.171" v="202" actId="22"/>
          <ac:picMkLst>
            <pc:docMk/>
            <pc:sldMk cId="0" sldId="261"/>
            <ac:picMk id="32" creationId="{341DC8FA-8C8C-8255-D392-47A3BD9D4656}"/>
          </ac:picMkLst>
        </pc:picChg>
      </pc:sldChg>
      <pc:sldChg chg="addSp delSp modSp mod">
        <pc:chgData name="harini challapalli" userId="926ace1baa8b20be" providerId="LiveId" clId="{CA5631AF-07DF-4E97-938C-C8D51EF12B46}" dt="2026-09-15T04:05:36.763" v="207" actId="14100"/>
        <pc:sldMkLst>
          <pc:docMk/>
          <pc:sldMk cId="0" sldId="262"/>
        </pc:sldMkLst>
        <pc:spChg chg="mod">
          <ac:chgData name="harini challapalli" userId="926ace1baa8b20be" providerId="LiveId" clId="{CA5631AF-07DF-4E97-938C-C8D51EF12B46}" dt="2026-09-15T04:04:51.300" v="205" actId="1076"/>
          <ac:spMkLst>
            <pc:docMk/>
            <pc:sldMk cId="0" sldId="262"/>
            <ac:spMk id="3" creationId="{00000000-0000-0000-0000-000000000000}"/>
          </ac:spMkLst>
        </pc:spChg>
        <pc:spChg chg="del">
          <ac:chgData name="harini challapalli" userId="926ace1baa8b20be" providerId="LiveId" clId="{CA5631AF-07DF-4E97-938C-C8D51EF12B46}" dt="2026-09-15T04:04:48.142" v="204" actId="478"/>
          <ac:spMkLst>
            <pc:docMk/>
            <pc:sldMk cId="0" sldId="262"/>
            <ac:spMk id="4" creationId="{00000000-0000-0000-0000-000000000000}"/>
          </ac:spMkLst>
        </pc:spChg>
        <pc:picChg chg="add mod">
          <ac:chgData name="harini challapalli" userId="926ace1baa8b20be" providerId="LiveId" clId="{CA5631AF-07DF-4E97-938C-C8D51EF12B46}" dt="2026-09-15T04:05:36.763" v="207" actId="14100"/>
          <ac:picMkLst>
            <pc:docMk/>
            <pc:sldMk cId="0" sldId="262"/>
            <ac:picMk id="32" creationId="{5E930787-EEE4-DEAD-9F09-4866EF6B565C}"/>
          </ac:picMkLst>
        </pc:picChg>
      </pc:sldChg>
      <pc:sldChg chg="addSp delSp modSp mod">
        <pc:chgData name="harini challapalli" userId="926ace1baa8b20be" providerId="LiveId" clId="{CA5631AF-07DF-4E97-938C-C8D51EF12B46}" dt="2026-09-15T04:07:32.374" v="217" actId="22"/>
        <pc:sldMkLst>
          <pc:docMk/>
          <pc:sldMk cId="0" sldId="263"/>
        </pc:sldMkLst>
        <pc:spChg chg="mod">
          <ac:chgData name="harini challapalli" userId="926ace1baa8b20be" providerId="LiveId" clId="{CA5631AF-07DF-4E97-938C-C8D51EF12B46}" dt="2026-09-15T04:05:46.645" v="209" actId="1076"/>
          <ac:spMkLst>
            <pc:docMk/>
            <pc:sldMk cId="0" sldId="263"/>
            <ac:spMk id="3" creationId="{00000000-0000-0000-0000-000000000000}"/>
          </ac:spMkLst>
        </pc:spChg>
        <pc:spChg chg="del">
          <ac:chgData name="harini challapalli" userId="926ace1baa8b20be" providerId="LiveId" clId="{CA5631AF-07DF-4E97-938C-C8D51EF12B46}" dt="2026-09-15T04:05:44.423" v="208" actId="21"/>
          <ac:spMkLst>
            <pc:docMk/>
            <pc:sldMk cId="0" sldId="263"/>
            <ac:spMk id="4" creationId="{00000000-0000-0000-0000-000000000000}"/>
          </ac:spMkLst>
        </pc:spChg>
        <pc:spChg chg="mod">
          <ac:chgData name="harini challapalli" userId="926ace1baa8b20be" providerId="LiveId" clId="{CA5631AF-07DF-4E97-938C-C8D51EF12B46}" dt="2026-09-15T04:06:07.347" v="213" actId="1076"/>
          <ac:spMkLst>
            <pc:docMk/>
            <pc:sldMk cId="0" sldId="263"/>
            <ac:spMk id="5" creationId="{00000000-0000-0000-0000-000000000000}"/>
          </ac:spMkLst>
        </pc:spChg>
        <pc:spChg chg="mod">
          <ac:chgData name="harini challapalli" userId="926ace1baa8b20be" providerId="LiveId" clId="{CA5631AF-07DF-4E97-938C-C8D51EF12B46}" dt="2026-09-15T04:05:57.205" v="212" actId="1076"/>
          <ac:spMkLst>
            <pc:docMk/>
            <pc:sldMk cId="0" sldId="263"/>
            <ac:spMk id="8" creationId="{00000000-0000-0000-0000-000000000000}"/>
          </ac:spMkLst>
        </pc:spChg>
        <pc:spChg chg="add del">
          <ac:chgData name="harini challapalli" userId="926ace1baa8b20be" providerId="LiveId" clId="{CA5631AF-07DF-4E97-938C-C8D51EF12B46}" dt="2026-09-15T04:05:54" v="211" actId="21"/>
          <ac:spMkLst>
            <pc:docMk/>
            <pc:sldMk cId="0" sldId="263"/>
            <ac:spMk id="20" creationId="{BE642FE8-C46E-8CF9-8790-67829BEAF6F9}"/>
          </ac:spMkLst>
        </pc:spChg>
        <pc:spChg chg="add del mod">
          <ac:chgData name="harini challapalli" userId="926ace1baa8b20be" providerId="LiveId" clId="{CA5631AF-07DF-4E97-938C-C8D51EF12B46}" dt="2026-09-15T04:07:07.393" v="216" actId="21"/>
          <ac:spMkLst>
            <pc:docMk/>
            <pc:sldMk cId="0" sldId="263"/>
            <ac:spMk id="22" creationId="{9E5C6600-9699-E8A4-729C-F8249A71E504}"/>
          </ac:spMkLst>
        </pc:spChg>
        <pc:picChg chg="add">
          <ac:chgData name="harini challapalli" userId="926ace1baa8b20be" providerId="LiveId" clId="{CA5631AF-07DF-4E97-938C-C8D51EF12B46}" dt="2026-09-15T04:07:32.374" v="217" actId="22"/>
          <ac:picMkLst>
            <pc:docMk/>
            <pc:sldMk cId="0" sldId="263"/>
            <ac:picMk id="24" creationId="{44DCBC15-0520-1395-8FA7-079F5E14CB2D}"/>
          </ac:picMkLst>
        </pc:picChg>
      </pc:sldChg>
      <pc:sldChg chg="addSp delSp modSp mod">
        <pc:chgData name="harini challapalli" userId="926ace1baa8b20be" providerId="LiveId" clId="{CA5631AF-07DF-4E97-938C-C8D51EF12B46}" dt="2026-09-15T04:07:45.700" v="220" actId="22"/>
        <pc:sldMkLst>
          <pc:docMk/>
          <pc:sldMk cId="0" sldId="264"/>
        </pc:sldMkLst>
        <pc:spChg chg="mod">
          <ac:chgData name="harini challapalli" userId="926ace1baa8b20be" providerId="LiveId" clId="{CA5631AF-07DF-4E97-938C-C8D51EF12B46}" dt="2026-09-15T04:07:42.048" v="219" actId="1076"/>
          <ac:spMkLst>
            <pc:docMk/>
            <pc:sldMk cId="0" sldId="264"/>
            <ac:spMk id="3" creationId="{00000000-0000-0000-0000-000000000000}"/>
          </ac:spMkLst>
        </pc:spChg>
        <pc:spChg chg="del">
          <ac:chgData name="harini challapalli" userId="926ace1baa8b20be" providerId="LiveId" clId="{CA5631AF-07DF-4E97-938C-C8D51EF12B46}" dt="2026-09-15T04:07:38.593" v="218" actId="478"/>
          <ac:spMkLst>
            <pc:docMk/>
            <pc:sldMk cId="0" sldId="264"/>
            <ac:spMk id="4" creationId="{00000000-0000-0000-0000-000000000000}"/>
          </ac:spMkLst>
        </pc:spChg>
        <pc:picChg chg="add">
          <ac:chgData name="harini challapalli" userId="926ace1baa8b20be" providerId="LiveId" clId="{CA5631AF-07DF-4E97-938C-C8D51EF12B46}" dt="2026-09-15T04:07:45.700" v="220" actId="22"/>
          <ac:picMkLst>
            <pc:docMk/>
            <pc:sldMk cId="0" sldId="264"/>
            <ac:picMk id="25" creationId="{5509E63A-B3B0-3965-62FC-2BE855CE9BD7}"/>
          </ac:picMkLst>
        </pc:picChg>
      </pc:sldChg>
      <pc:sldChg chg="addSp delSp modSp mod">
        <pc:chgData name="harini challapalli" userId="926ace1baa8b20be" providerId="LiveId" clId="{CA5631AF-07DF-4E97-938C-C8D51EF12B46}" dt="2026-09-15T04:08:55.263" v="234" actId="1076"/>
        <pc:sldMkLst>
          <pc:docMk/>
          <pc:sldMk cId="0" sldId="265"/>
        </pc:sldMkLst>
        <pc:spChg chg="mod">
          <ac:chgData name="harini challapalli" userId="926ace1baa8b20be" providerId="LiveId" clId="{CA5631AF-07DF-4E97-938C-C8D51EF12B46}" dt="2026-09-15T04:08:44.903" v="232" actId="1076"/>
          <ac:spMkLst>
            <pc:docMk/>
            <pc:sldMk cId="0" sldId="265"/>
            <ac:spMk id="2" creationId="{00000000-0000-0000-0000-000000000000}"/>
          </ac:spMkLst>
        </pc:spChg>
        <pc:spChg chg="mod">
          <ac:chgData name="harini challapalli" userId="926ace1baa8b20be" providerId="LiveId" clId="{CA5631AF-07DF-4E97-938C-C8D51EF12B46}" dt="2026-09-15T04:08:33.592" v="229" actId="1076"/>
          <ac:spMkLst>
            <pc:docMk/>
            <pc:sldMk cId="0" sldId="265"/>
            <ac:spMk id="3" creationId="{00000000-0000-0000-0000-000000000000}"/>
          </ac:spMkLst>
        </pc:spChg>
        <pc:spChg chg="del">
          <ac:chgData name="harini challapalli" userId="926ace1baa8b20be" providerId="LiveId" clId="{CA5631AF-07DF-4E97-938C-C8D51EF12B46}" dt="2026-09-15T04:08:02.663" v="222" actId="478"/>
          <ac:spMkLst>
            <pc:docMk/>
            <pc:sldMk cId="0" sldId="265"/>
            <ac:spMk id="4" creationId="{00000000-0000-0000-0000-000000000000}"/>
          </ac:spMkLst>
        </pc:spChg>
        <pc:spChg chg="mod">
          <ac:chgData name="harini challapalli" userId="926ace1baa8b20be" providerId="LiveId" clId="{CA5631AF-07DF-4E97-938C-C8D51EF12B46}" dt="2026-09-15T04:08:17.264" v="225" actId="1076"/>
          <ac:spMkLst>
            <pc:docMk/>
            <pc:sldMk cId="0" sldId="265"/>
            <ac:spMk id="5" creationId="{00000000-0000-0000-0000-000000000000}"/>
          </ac:spMkLst>
        </pc:spChg>
        <pc:picChg chg="add mod">
          <ac:chgData name="harini challapalli" userId="926ace1baa8b20be" providerId="LiveId" clId="{CA5631AF-07DF-4E97-938C-C8D51EF12B46}" dt="2026-09-15T04:08:55.263" v="234" actId="1076"/>
          <ac:picMkLst>
            <pc:docMk/>
            <pc:sldMk cId="0" sldId="265"/>
            <ac:picMk id="9" creationId="{92A470BA-A3A6-090B-5AAD-10AA927600BE}"/>
          </ac:picMkLst>
        </pc:picChg>
      </pc:sldChg>
      <pc:sldChg chg="addSp delSp modSp mod">
        <pc:chgData name="harini challapalli" userId="926ace1baa8b20be" providerId="LiveId" clId="{CA5631AF-07DF-4E97-938C-C8D51EF12B46}" dt="2026-09-15T04:09:38.993" v="244" actId="1076"/>
        <pc:sldMkLst>
          <pc:docMk/>
          <pc:sldMk cId="0" sldId="266"/>
        </pc:sldMkLst>
        <pc:spChg chg="mod">
          <ac:chgData name="harini challapalli" userId="926ace1baa8b20be" providerId="LiveId" clId="{CA5631AF-07DF-4E97-938C-C8D51EF12B46}" dt="2026-09-15T04:09:11.650" v="236" actId="1076"/>
          <ac:spMkLst>
            <pc:docMk/>
            <pc:sldMk cId="0" sldId="266"/>
            <ac:spMk id="3" creationId="{00000000-0000-0000-0000-000000000000}"/>
          </ac:spMkLst>
        </pc:spChg>
        <pc:spChg chg="del">
          <ac:chgData name="harini challapalli" userId="926ace1baa8b20be" providerId="LiveId" clId="{CA5631AF-07DF-4E97-938C-C8D51EF12B46}" dt="2026-09-15T04:09:05.748" v="235" actId="21"/>
          <ac:spMkLst>
            <pc:docMk/>
            <pc:sldMk cId="0" sldId="266"/>
            <ac:spMk id="4" creationId="{00000000-0000-0000-0000-000000000000}"/>
          </ac:spMkLst>
        </pc:spChg>
        <pc:spChg chg="add del mod">
          <ac:chgData name="harini challapalli" userId="926ace1baa8b20be" providerId="LiveId" clId="{CA5631AF-07DF-4E97-938C-C8D51EF12B46}" dt="2026-09-15T04:09:21.053" v="239" actId="21"/>
          <ac:spMkLst>
            <pc:docMk/>
            <pc:sldMk cId="0" sldId="266"/>
            <ac:spMk id="16" creationId="{8CF72F77-E408-5646-3DEB-1FC771771CE7}"/>
          </ac:spMkLst>
        </pc:spChg>
        <pc:picChg chg="add mod">
          <ac:chgData name="harini challapalli" userId="926ace1baa8b20be" providerId="LiveId" clId="{CA5631AF-07DF-4E97-938C-C8D51EF12B46}" dt="2026-09-15T04:09:38.993" v="244" actId="1076"/>
          <ac:picMkLst>
            <pc:docMk/>
            <pc:sldMk cId="0" sldId="266"/>
            <ac:picMk id="18" creationId="{511A266C-2F65-8E35-BC82-BAE408DC53C6}"/>
          </ac:picMkLst>
        </pc:picChg>
      </pc:sldChg>
      <pc:sldChg chg="addSp delSp modSp mod">
        <pc:chgData name="harini challapalli" userId="926ace1baa8b20be" providerId="LiveId" clId="{CA5631AF-07DF-4E97-938C-C8D51EF12B46}" dt="2026-09-15T04:09:47.685" v="246" actId="14100"/>
        <pc:sldMkLst>
          <pc:docMk/>
          <pc:sldMk cId="0" sldId="267"/>
        </pc:sldMkLst>
        <pc:spChg chg="mod">
          <ac:chgData name="harini challapalli" userId="926ace1baa8b20be" providerId="LiveId" clId="{CA5631AF-07DF-4E97-938C-C8D51EF12B46}" dt="2026-09-15T03:36:34.162" v="132" actId="1076"/>
          <ac:spMkLst>
            <pc:docMk/>
            <pc:sldMk cId="0" sldId="267"/>
            <ac:spMk id="2" creationId="{00000000-0000-0000-0000-000000000000}"/>
          </ac:spMkLst>
        </pc:spChg>
        <pc:spChg chg="mod">
          <ac:chgData name="harini challapalli" userId="926ace1baa8b20be" providerId="LiveId" clId="{CA5631AF-07DF-4E97-938C-C8D51EF12B46}" dt="2026-09-15T03:36:40.049" v="133" actId="20577"/>
          <ac:spMkLst>
            <pc:docMk/>
            <pc:sldMk cId="0" sldId="267"/>
            <ac:spMk id="3" creationId="{00000000-0000-0000-0000-000000000000}"/>
          </ac:spMkLst>
        </pc:spChg>
        <pc:spChg chg="del mod">
          <ac:chgData name="harini challapalli" userId="926ace1baa8b20be" providerId="LiveId" clId="{CA5631AF-07DF-4E97-938C-C8D51EF12B46}" dt="2026-09-15T03:36:15.314" v="130" actId="478"/>
          <ac:spMkLst>
            <pc:docMk/>
            <pc:sldMk cId="0" sldId="267"/>
            <ac:spMk id="4" creationId="{00000000-0000-0000-0000-000000000000}"/>
          </ac:spMkLst>
        </pc:spChg>
        <pc:picChg chg="add mod">
          <ac:chgData name="harini challapalli" userId="926ace1baa8b20be" providerId="LiveId" clId="{CA5631AF-07DF-4E97-938C-C8D51EF12B46}" dt="2026-09-15T04:09:47.685" v="246" actId="14100"/>
          <ac:picMkLst>
            <pc:docMk/>
            <pc:sldMk cId="0" sldId="267"/>
            <ac:picMk id="6" creationId="{237F8779-70EC-32DA-7D59-A4D53D840E23}"/>
          </ac:picMkLst>
        </pc:picChg>
      </pc:sldChg>
      <pc:sldChg chg="ord">
        <pc:chgData name="harini challapalli" userId="926ace1baa8b20be" providerId="LiveId" clId="{CA5631AF-07DF-4E97-938C-C8D51EF12B46}" dt="2026-09-15T03:34:52.164" v="117"/>
        <pc:sldMkLst>
          <pc:docMk/>
          <pc:sldMk cId="0" sldId="26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01336" y="0"/>
            <a:ext cx="12191695" cy="6858000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8992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dirty="0">
                <a:solidFill>
                  <a:srgbClr val="FFFFFF"/>
                </a:solidFill>
                <a:latin typeface="Aptos"/>
              </a:rPr>
              <a:t>E-Commerce Customer</a:t>
            </a:r>
            <a:r>
              <a:rPr lang="en-IN" sz="3800" b="1" dirty="0">
                <a:solidFill>
                  <a:srgbClr val="FFFFFF"/>
                </a:solidFill>
                <a:latin typeface="Aptos"/>
              </a:rPr>
              <a:t>  </a:t>
            </a:r>
            <a:r>
              <a:rPr sz="3800" b="1" dirty="0">
                <a:solidFill>
                  <a:srgbClr val="FFFFFF"/>
                </a:solidFill>
                <a:latin typeface="Aptos"/>
              </a:rPr>
              <a:t>&amp; </a:t>
            </a:r>
            <a:r>
              <a:rPr lang="en-IN" sz="38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3800" b="1" dirty="0">
                <a:solidFill>
                  <a:srgbClr val="FFFFFF"/>
                </a:solidFill>
                <a:latin typeface="Aptos"/>
              </a:rPr>
              <a:t>Sales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402" y="3703320"/>
            <a:ext cx="400154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FFFFFF"/>
                </a:solidFill>
                <a:latin typeface="Aptos"/>
              </a:rPr>
              <a:t>Team Members
Bingi Nageshwari — 2420030426
</a:t>
            </a:r>
            <a:r>
              <a:rPr sz="1600" b="0" dirty="0" err="1">
                <a:solidFill>
                  <a:srgbClr val="FFFFFF"/>
                </a:solidFill>
                <a:latin typeface="Aptos"/>
              </a:rPr>
              <a:t>Remani</a:t>
            </a:r>
            <a:r>
              <a:rPr sz="1600" b="0" dirty="0">
                <a:solidFill>
                  <a:srgbClr val="FFFFFF"/>
                </a:solidFill>
                <a:latin typeface="Aptos"/>
              </a:rPr>
              <a:t> Sri Ananya — 2420030086
Ch. Harini — 2420030629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9893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CEBF5"/>
                </a:solidFill>
                <a:latin typeface="Aptos"/>
              </a:rPr>
              <a:t>Guide: Dr. N. Sunanda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4572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59" y="478172"/>
            <a:ext cx="1092805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IN" sz="2800" b="1" dirty="0">
              <a:solidFill>
                <a:srgbClr val="12263F"/>
              </a:solidFill>
              <a:latin typeface="Aptos"/>
            </a:endParaRPr>
          </a:p>
          <a:p>
            <a:pPr algn="l"/>
            <a:r>
              <a:rPr sz="2800" b="1" dirty="0" err="1">
                <a:solidFill>
                  <a:srgbClr val="12263F"/>
                </a:solidFill>
                <a:latin typeface="Aptos"/>
              </a:rPr>
              <a:t>Proje</a:t>
            </a:r>
            <a:r>
              <a:rPr lang="en-IN" sz="2800" b="1" dirty="0">
                <a:solidFill>
                  <a:srgbClr val="12263F"/>
                </a:solidFill>
                <a:latin typeface="Aptos"/>
              </a:rPr>
              <a:t>c</a:t>
            </a:r>
            <a:r>
              <a:rPr sz="2800" b="1" dirty="0">
                <a:solidFill>
                  <a:srgbClr val="12263F"/>
                </a:solidFill>
                <a:latin typeface="Aptos"/>
              </a:rPr>
              <a:t>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32B34"/>
                </a:solidFill>
                <a:latin typeface="Aptos"/>
              </a:rPr>
              <a:t>E-Commerce Customer &amp; Sales Analytics is a practical data science project that analyzes historical sales data to understand customer behavior and business performance.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70049"/>
            <a:ext cx="3383280" cy="2130551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2743200"/>
            <a:ext cx="82296" cy="2057400"/>
          </a:xfrm>
          <a:prstGeom prst="rect">
            <a:avLst/>
          </a:prstGeom>
          <a:solidFill>
            <a:srgbClr val="18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944368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2263F"/>
                </a:solidFill>
                <a:latin typeface="Aptos"/>
              </a:rPr>
              <a:t>Customer Insights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383280"/>
            <a:ext cx="2971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5C6977"/>
                </a:solidFill>
                <a:latin typeface="Aptos"/>
              </a:rPr>
              <a:t>Understand purchasing patterns, customer segments, and order behavior.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743200"/>
            <a:ext cx="33832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2743200"/>
            <a:ext cx="82296" cy="2057400"/>
          </a:xfrm>
          <a:prstGeom prst="rect">
            <a:avLst/>
          </a:prstGeom>
          <a:solidFill>
            <a:srgbClr val="28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2944368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2263F"/>
                </a:solidFill>
                <a:latin typeface="Aptos"/>
              </a:rPr>
              <a:t>Sales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383280"/>
            <a:ext cx="2971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977"/>
                </a:solidFill>
                <a:latin typeface="Aptos"/>
              </a:rPr>
              <a:t>Analyze sales, profit, quantity, discounts, and regional performance.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743200"/>
            <a:ext cx="33832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2743200"/>
            <a:ext cx="82296" cy="2057400"/>
          </a:xfrm>
          <a:prstGeom prst="rect">
            <a:avLst/>
          </a:prstGeom>
          <a:solidFill>
            <a:srgbClr val="F18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2944368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2263F"/>
                </a:solidFill>
                <a:latin typeface="Aptos"/>
              </a:rPr>
              <a:t>Business Decisions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383280"/>
            <a:ext cx="2971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977"/>
                </a:solidFill>
                <a:latin typeface="Aptos"/>
              </a:rPr>
              <a:t>Convert raw data into meaningful insights for better decisions.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C6977"/>
                </a:solidFill>
                <a:latin typeface="Aptos"/>
              </a:rPr>
              <a:t>Data Science | 24AD3107 | A.Y. 2026–2027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C6977"/>
                </a:solidFill>
                <a:latin typeface="Aptos"/>
              </a:rPr>
              <a:t>2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3594437-2E06-7AF4-E512-B6BB32A107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12" y="185788"/>
            <a:ext cx="2930729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68448" y="-42029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711135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63F"/>
                </a:solidFill>
                <a:latin typeface="Aptos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32B34"/>
                </a:solidFill>
                <a:latin typeface="Aptos"/>
              </a:rPr>
              <a:t>E-commerce businesses generate large amounts of customer and sales data. Without proper analysis, it is difficult to identify trends, profitable products, customer preferences, and areas for improvement.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80360"/>
            <a:ext cx="10058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32B34"/>
                </a:solidFill>
                <a:latin typeface="Aptos"/>
              </a:defRPr>
            </a:pPr>
            <a:r>
              <a:t>Raw sales data is difficult to interpret directly.</a:t>
            </a:r>
          </a:p>
          <a:p>
            <a:pPr>
              <a:spcAft>
                <a:spcPts val="1000"/>
              </a:spcAft>
              <a:defRPr sz="2100">
                <a:solidFill>
                  <a:srgbClr val="232B34"/>
                </a:solidFill>
                <a:latin typeface="Aptos"/>
              </a:defRPr>
            </a:pPr>
            <a:r>
              <a:t>Businesses need to identify high-performing products and regions.</a:t>
            </a:r>
          </a:p>
          <a:p>
            <a:pPr>
              <a:spcAft>
                <a:spcPts val="1000"/>
              </a:spcAft>
              <a:defRPr sz="2100">
                <a:solidFill>
                  <a:srgbClr val="232B34"/>
                </a:solidFill>
                <a:latin typeface="Aptos"/>
              </a:defRPr>
            </a:pPr>
            <a:r>
              <a:t>Customer purchasing patterns should be understood.</a:t>
            </a:r>
          </a:p>
          <a:p>
            <a:pPr>
              <a:spcAft>
                <a:spcPts val="1000"/>
              </a:spcAft>
              <a:defRPr sz="2100">
                <a:solidFill>
                  <a:srgbClr val="232B34"/>
                </a:solidFill>
                <a:latin typeface="Aptos"/>
              </a:defRPr>
            </a:pPr>
            <a:r>
              <a:t>Visual reports can support faster and better decisions.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C6977"/>
                </a:solidFill>
                <a:latin typeface="Aptos"/>
              </a:rPr>
              <a:t>Data Science | 24AD3107 | A.Y.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C6977"/>
                </a:solidFill>
                <a:latin typeface="Aptos"/>
              </a:rPr>
              <a:t>3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42E06E2-66AA-8635-52E8-176D50865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589" y="42029"/>
            <a:ext cx="2930729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63F"/>
                </a:solidFill>
                <a:latin typeface="Aptos"/>
              </a:rPr>
              <a:t>Objectives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463040"/>
            <a:ext cx="502920" cy="502920"/>
          </a:xfrm>
          <a:prstGeom prst="ellipse">
            <a:avLst/>
          </a:prstGeom>
          <a:solidFill>
            <a:srgbClr val="18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53619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232B34"/>
                </a:solidFill>
                <a:latin typeface="Aptos"/>
              </a:rPr>
              <a:t>Collect and understand historical e-commerce sales data.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304288"/>
            <a:ext cx="502920" cy="502920"/>
          </a:xfrm>
          <a:prstGeom prst="ellipse">
            <a:avLst/>
          </a:prstGeom>
          <a:solidFill>
            <a:srgbClr val="18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414016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3774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232B34"/>
                </a:solidFill>
                <a:latin typeface="Aptos"/>
              </a:rPr>
              <a:t>Clean and preprocess customer, product, and order information.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145536"/>
            <a:ext cx="502920" cy="502920"/>
          </a:xfrm>
          <a:prstGeom prst="ellipse">
            <a:avLst/>
          </a:prstGeom>
          <a:solidFill>
            <a:srgbClr val="18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255264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218688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232B34"/>
                </a:solidFill>
                <a:latin typeface="Aptos"/>
              </a:rPr>
              <a:t>Analyze sales trends, profit, quantity, and customer behavior.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986784"/>
            <a:ext cx="502920" cy="502920"/>
          </a:xfrm>
          <a:prstGeom prst="ellipse">
            <a:avLst/>
          </a:prstGeom>
          <a:solidFill>
            <a:srgbClr val="18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09651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059936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232B34"/>
                </a:solidFill>
                <a:latin typeface="Aptos"/>
              </a:rPr>
              <a:t>Visualize insights using charts and dashboards.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828032"/>
            <a:ext cx="502920" cy="502920"/>
          </a:xfrm>
          <a:prstGeom prst="ellipse">
            <a:avLst/>
          </a:prstGeom>
          <a:solidFill>
            <a:srgbClr val="18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493776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901184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232B34"/>
                </a:solidFill>
                <a:latin typeface="Aptos"/>
              </a:rPr>
              <a:t>Support data-driven business decisions.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C6977"/>
                </a:solidFill>
                <a:latin typeface="Aptos"/>
              </a:rPr>
              <a:t>Data Science | 24AD3107 | A.Y. 2026–2027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C6977"/>
                </a:solidFill>
                <a:latin typeface="Aptos"/>
              </a:rPr>
              <a:t>4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9EE0F6C-64ED-124B-A90E-10B772C73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12" y="185788"/>
            <a:ext cx="2930729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447" y="85496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12263F"/>
                </a:solidFill>
                <a:latin typeface="Aptos"/>
              </a:rPr>
              <a:t>Dataset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1206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82296" cy="3566160"/>
          </a:xfrm>
          <a:prstGeom prst="rect">
            <a:avLst/>
          </a:prstGeom>
          <a:solidFill>
            <a:srgbClr val="28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18488"/>
            <a:ext cx="4709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2263F"/>
                </a:solidFill>
                <a:latin typeface="Aptos"/>
              </a:rPr>
              <a:t>Dataset Description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57400"/>
            <a:ext cx="4709159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977"/>
                </a:solidFill>
                <a:latin typeface="Aptos"/>
              </a:rPr>
              <a:t>The dataset contains information about orders, customers, products, sales, profit, quantity, discounts, and regions.
These fields help analyze customer purchasing patterns and overall business performance.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2120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82296" cy="3566160"/>
          </a:xfrm>
          <a:prstGeom prst="rect">
            <a:avLst/>
          </a:prstGeom>
          <a:solidFill>
            <a:srgbClr val="18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618488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2263F"/>
                </a:solidFill>
                <a:latin typeface="Aptos"/>
              </a:rPr>
              <a:t>Dataset 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057400"/>
            <a:ext cx="48006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977"/>
                </a:solidFill>
                <a:latin typeface="Aptos"/>
              </a:rPr>
              <a:t>Superstore Dataset – Kaggle
Download link:
https://www.kaggle.com/datasets/vivek468/superstore-dataset-final
The dataset is suitable for learning practical data analysis and visualization.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C6977"/>
                </a:solidFill>
                <a:latin typeface="Aptos"/>
              </a:rPr>
              <a:t>Data Science | 24AD3107 | A.Y. 2026–2027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C6977"/>
                </a:solidFill>
                <a:latin typeface="Aptos"/>
              </a:rPr>
              <a:t>5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B30C8C7-9EE5-25D8-7A16-CC12B7D4C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12" y="185788"/>
            <a:ext cx="2930729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9264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63F"/>
                </a:solidFill>
                <a:latin typeface="Aptos"/>
              </a:rPr>
              <a:t>Tools &amp; Technologies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82296" cy="1417320"/>
          </a:xfrm>
          <a:prstGeom prst="rect">
            <a:avLst/>
          </a:prstGeom>
          <a:solidFill>
            <a:srgbClr val="28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64208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2263F"/>
                </a:solidFill>
                <a:latin typeface="Aptos"/>
              </a:rPr>
              <a:t>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2880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977"/>
                </a:solidFill>
                <a:latin typeface="Aptos"/>
              </a:rPr>
              <a:t>Main programming language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463040"/>
            <a:ext cx="3291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59" y="1463040"/>
            <a:ext cx="82296" cy="1417320"/>
          </a:xfrm>
          <a:prstGeom prst="rect">
            <a:avLst/>
          </a:prstGeom>
          <a:solidFill>
            <a:srgbClr val="18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09159" y="1664208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2263F"/>
                </a:solidFill>
                <a:latin typeface="Aptos"/>
              </a:rPr>
              <a:t>Pandas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2103120"/>
            <a:ext cx="2880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977"/>
                </a:solidFill>
                <a:latin typeface="Aptos"/>
              </a:rPr>
              <a:t>Data cleaning and manipulation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463040"/>
            <a:ext cx="3291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0" y="1463040"/>
            <a:ext cx="82296" cy="1417320"/>
          </a:xfrm>
          <a:prstGeom prst="rect">
            <a:avLst/>
          </a:prstGeom>
          <a:solidFill>
            <a:srgbClr val="F18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58200" y="1664208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2263F"/>
                </a:solidFill>
                <a:latin typeface="Aptos"/>
              </a:rPr>
              <a:t>NumPy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103120"/>
            <a:ext cx="2880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977"/>
                </a:solidFill>
                <a:latin typeface="Aptos"/>
              </a:rPr>
              <a:t>Numerical operations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383280"/>
            <a:ext cx="3291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3383280"/>
            <a:ext cx="82296" cy="1417320"/>
          </a:xfrm>
          <a:prstGeom prst="rect">
            <a:avLst/>
          </a:prstGeom>
          <a:solidFill>
            <a:srgbClr val="28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3584448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2263F"/>
                </a:solidFill>
                <a:latin typeface="Aptos"/>
              </a:rPr>
              <a:t>Matplotlib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023360"/>
            <a:ext cx="2880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977"/>
                </a:solidFill>
                <a:latin typeface="Aptos"/>
              </a:rPr>
              <a:t>Charts and graphs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3383280"/>
            <a:ext cx="3291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80559" y="3383280"/>
            <a:ext cx="82296" cy="1417320"/>
          </a:xfrm>
          <a:prstGeom prst="rect">
            <a:avLst/>
          </a:prstGeom>
          <a:solidFill>
            <a:srgbClr val="18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09159" y="3584448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2263F"/>
                </a:solidFill>
                <a:latin typeface="Aptos"/>
              </a:rPr>
              <a:t>Seaborn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59" y="4023360"/>
            <a:ext cx="2880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977"/>
                </a:solidFill>
                <a:latin typeface="Aptos"/>
              </a:rPr>
              <a:t>Statistical visualizations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383280"/>
            <a:ext cx="3291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29600" y="3383280"/>
            <a:ext cx="82296" cy="1417320"/>
          </a:xfrm>
          <a:prstGeom prst="rect">
            <a:avLst/>
          </a:prstGeom>
          <a:solidFill>
            <a:srgbClr val="F18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58200" y="3584448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2263F"/>
                </a:solidFill>
                <a:latin typeface="Aptos"/>
              </a:rPr>
              <a:t>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4023360"/>
            <a:ext cx="2880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977"/>
                </a:solidFill>
                <a:latin typeface="Aptos"/>
              </a:rPr>
              <a:t>Presenting insights clearly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C6977"/>
                </a:solidFill>
                <a:latin typeface="Aptos"/>
              </a:rPr>
              <a:t>Data Science | 24AD3107 | A.Y. 2026–2027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C6977"/>
                </a:solidFill>
                <a:latin typeface="Aptos"/>
              </a:rPr>
              <a:t>6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341DC8FA-8C8C-8255-D392-47A3BD9D4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12" y="185788"/>
            <a:ext cx="2930729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63F"/>
                </a:solidFill>
                <a:latin typeface="Aptos"/>
              </a:rPr>
              <a:t>Methodology / Workflow</a:t>
            </a:r>
          </a:p>
        </p:txBody>
      </p:sp>
      <p:sp>
        <p:nvSpPr>
          <p:cNvPr id="5" name="Oval 4"/>
          <p:cNvSpPr/>
          <p:nvPr/>
        </p:nvSpPr>
        <p:spPr>
          <a:xfrm>
            <a:off x="594360" y="2331720"/>
            <a:ext cx="640080" cy="640080"/>
          </a:xfrm>
          <a:prstGeom prst="ellipse">
            <a:avLst/>
          </a:prstGeom>
          <a:solidFill>
            <a:srgbClr val="28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2496312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1089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263F"/>
                </a:solidFill>
                <a:latin typeface="Aptos"/>
              </a:rPr>
              <a:t>Data Collection</a:t>
            </a:r>
          </a:p>
        </p:txBody>
      </p:sp>
      <p:sp>
        <p:nvSpPr>
          <p:cNvPr id="8" name="Chevron 7"/>
          <p:cNvSpPr/>
          <p:nvPr/>
        </p:nvSpPr>
        <p:spPr>
          <a:xfrm>
            <a:off x="1463040" y="2514600"/>
            <a:ext cx="685800" cy="274320"/>
          </a:xfrm>
          <a:prstGeom prst="chevron">
            <a:avLst/>
          </a:prstGeom>
          <a:solidFill>
            <a:srgbClr val="BE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2514600" y="3794760"/>
            <a:ext cx="640080" cy="640080"/>
          </a:xfrm>
          <a:prstGeom prst="ellipse">
            <a:avLst/>
          </a:prstGeom>
          <a:solidFill>
            <a:srgbClr val="18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14600" y="3959352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45720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263F"/>
                </a:solidFill>
                <a:latin typeface="Aptos"/>
              </a:rPr>
              <a:t>Data Cleaning</a:t>
            </a:r>
          </a:p>
        </p:txBody>
      </p:sp>
      <p:sp>
        <p:nvSpPr>
          <p:cNvPr id="12" name="Chevron 11"/>
          <p:cNvSpPr/>
          <p:nvPr/>
        </p:nvSpPr>
        <p:spPr>
          <a:xfrm>
            <a:off x="3383280" y="3977640"/>
            <a:ext cx="685800" cy="274320"/>
          </a:xfrm>
          <a:prstGeom prst="chevron">
            <a:avLst/>
          </a:prstGeom>
          <a:solidFill>
            <a:srgbClr val="BE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434840" y="2331720"/>
            <a:ext cx="640080" cy="640080"/>
          </a:xfrm>
          <a:prstGeom prst="ellipse">
            <a:avLst/>
          </a:prstGeom>
          <a:solidFill>
            <a:srgbClr val="F18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34840" y="2496312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1089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263F"/>
                </a:solidFill>
                <a:latin typeface="Aptos"/>
              </a:rPr>
              <a:t>Data Processing</a:t>
            </a:r>
          </a:p>
        </p:txBody>
      </p:sp>
      <p:sp>
        <p:nvSpPr>
          <p:cNvPr id="16" name="Chevron 15"/>
          <p:cNvSpPr/>
          <p:nvPr/>
        </p:nvSpPr>
        <p:spPr>
          <a:xfrm>
            <a:off x="5303520" y="2514600"/>
            <a:ext cx="685800" cy="274320"/>
          </a:xfrm>
          <a:prstGeom prst="chevron">
            <a:avLst/>
          </a:prstGeom>
          <a:solidFill>
            <a:srgbClr val="BE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355080" y="3794760"/>
            <a:ext cx="640080" cy="640080"/>
          </a:xfrm>
          <a:prstGeom prst="ellipse">
            <a:avLst/>
          </a:prstGeom>
          <a:solidFill>
            <a:srgbClr val="28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80" y="3959352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45720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263F"/>
                </a:solidFill>
                <a:latin typeface="Aptos"/>
              </a:rPr>
              <a:t>Exploratory Analysis</a:t>
            </a:r>
          </a:p>
        </p:txBody>
      </p:sp>
      <p:sp>
        <p:nvSpPr>
          <p:cNvPr id="20" name="Chevron 19"/>
          <p:cNvSpPr/>
          <p:nvPr/>
        </p:nvSpPr>
        <p:spPr>
          <a:xfrm>
            <a:off x="7223760" y="3977640"/>
            <a:ext cx="685800" cy="274320"/>
          </a:xfrm>
          <a:prstGeom prst="chevron">
            <a:avLst/>
          </a:prstGeom>
          <a:solidFill>
            <a:srgbClr val="BE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275320" y="2331720"/>
            <a:ext cx="640080" cy="640080"/>
          </a:xfrm>
          <a:prstGeom prst="ellipse">
            <a:avLst/>
          </a:prstGeom>
          <a:solidFill>
            <a:srgbClr val="18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75320" y="2496312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0" y="31089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263F"/>
                </a:solidFill>
                <a:latin typeface="Aptos"/>
              </a:rPr>
              <a:t>Visualization</a:t>
            </a:r>
          </a:p>
        </p:txBody>
      </p:sp>
      <p:sp>
        <p:nvSpPr>
          <p:cNvPr id="24" name="Chevron 23"/>
          <p:cNvSpPr/>
          <p:nvPr/>
        </p:nvSpPr>
        <p:spPr>
          <a:xfrm>
            <a:off x="9144000" y="2514600"/>
            <a:ext cx="685800" cy="274320"/>
          </a:xfrm>
          <a:prstGeom prst="chevron">
            <a:avLst/>
          </a:prstGeom>
          <a:solidFill>
            <a:srgbClr val="BE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195560" y="3794760"/>
            <a:ext cx="640080" cy="640080"/>
          </a:xfrm>
          <a:prstGeom prst="ellipse">
            <a:avLst/>
          </a:prstGeom>
          <a:solidFill>
            <a:srgbClr val="F18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195560" y="3959352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45720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263F"/>
                </a:solidFill>
                <a:latin typeface="Aptos"/>
              </a:rPr>
              <a:t>Insights &amp; Reports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5778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5C6977"/>
                </a:solidFill>
                <a:latin typeface="Aptos"/>
              </a:rPr>
              <a:t>Raw Data  →  Clean Data  →  Analysis  →  Visual Insights  →  Business Decisions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C6977"/>
                </a:solidFill>
                <a:latin typeface="Aptos"/>
              </a:rPr>
              <a:t>Data Science | 24AD3107 | A.Y. 2026–2027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C6977"/>
                </a:solidFill>
                <a:latin typeface="Aptos"/>
              </a:rPr>
              <a:t>7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5E930787-EEE4-DEAD-9F09-4866EF6B5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12" y="185788"/>
            <a:ext cx="2930729" cy="12315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17220" y="8046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63F"/>
                </a:solidFill>
                <a:latin typeface="Aptos"/>
              </a:rPr>
              <a:t>Planned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31035"/>
            <a:ext cx="33832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82296" cy="3474720"/>
          </a:xfrm>
          <a:prstGeom prst="rect">
            <a:avLst/>
          </a:prstGeom>
          <a:solidFill>
            <a:srgbClr val="28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18488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dirty="0">
                <a:solidFill>
                  <a:srgbClr val="12263F"/>
                </a:solidFill>
                <a:latin typeface="Aptos"/>
              </a:rPr>
              <a:t>Sales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0706" y="2729486"/>
            <a:ext cx="2971800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977"/>
                </a:solidFill>
                <a:latin typeface="Aptos"/>
              </a:rPr>
              <a:t>• Monthly and yearly sales trends
• Profit and revenue comparison
• Regional performance
• Category-wise sales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3832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417320"/>
            <a:ext cx="82296" cy="3474720"/>
          </a:xfrm>
          <a:prstGeom prst="rect">
            <a:avLst/>
          </a:prstGeom>
          <a:solidFill>
            <a:srgbClr val="18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1618488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2263F"/>
                </a:solidFill>
                <a:latin typeface="Aptos"/>
              </a:rPr>
              <a:t>Customer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057400"/>
            <a:ext cx="2971800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977"/>
                </a:solidFill>
                <a:latin typeface="Aptos"/>
              </a:rPr>
              <a:t>• Customer purchasing patterns
• Repeat and high-value customers
• Order frequency
• Customer segmentation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17320"/>
            <a:ext cx="33832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417320"/>
            <a:ext cx="82296" cy="3474720"/>
          </a:xfrm>
          <a:prstGeom prst="rect">
            <a:avLst/>
          </a:prstGeom>
          <a:solidFill>
            <a:srgbClr val="F18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20" y="1618488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2263F"/>
                </a:solidFill>
                <a:latin typeface="Aptos"/>
              </a:rPr>
              <a:t>Product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057400"/>
            <a:ext cx="2971800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977"/>
                </a:solidFill>
                <a:latin typeface="Aptos"/>
              </a:rPr>
              <a:t>• Best-selling products
• Profitable categories
• Quantity and discount impact
• Product performance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C6977"/>
                </a:solidFill>
                <a:latin typeface="Aptos"/>
              </a:rPr>
              <a:t>Data Science | 24AD3107 | A.Y. 2026–2027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C6977"/>
                </a:solidFill>
                <a:latin typeface="Aptos"/>
              </a:rPr>
              <a:t>8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4DCBC15-0520-1395-8FA7-079F5E14C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12" y="185788"/>
            <a:ext cx="2930729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447" y="8686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63F"/>
                </a:solidFill>
                <a:latin typeface="Aptos"/>
              </a:rPr>
              <a:t>Visualization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232B34"/>
                </a:solidFill>
                <a:latin typeface="Aptos"/>
              </a:rPr>
              <a:t>The project will use visualizations to make large amounts of sales data easy to understand.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49377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2148840"/>
            <a:ext cx="82296" cy="1234440"/>
          </a:xfrm>
          <a:prstGeom prst="rect">
            <a:avLst/>
          </a:prstGeom>
          <a:solidFill>
            <a:srgbClr val="28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350008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2263F"/>
                </a:solidFill>
                <a:latin typeface="Aptos"/>
              </a:rPr>
              <a:t>Bar Chart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788920"/>
            <a:ext cx="4526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977"/>
                </a:solidFill>
                <a:latin typeface="Aptos"/>
              </a:rPr>
              <a:t>Compare sales and profit across categories or regions.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148840"/>
            <a:ext cx="49377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0" y="2148840"/>
            <a:ext cx="82296" cy="1234440"/>
          </a:xfrm>
          <a:prstGeom prst="rect">
            <a:avLst/>
          </a:prstGeom>
          <a:solidFill>
            <a:srgbClr val="18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2350008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2263F"/>
                </a:solidFill>
                <a:latin typeface="Aptos"/>
              </a:rPr>
              <a:t>Line Graph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88920"/>
            <a:ext cx="4526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977"/>
                </a:solidFill>
                <a:latin typeface="Aptos"/>
              </a:rPr>
              <a:t>Show sales trends over 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794760"/>
            <a:ext cx="49377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" y="3794760"/>
            <a:ext cx="82296" cy="1234440"/>
          </a:xfrm>
          <a:prstGeom prst="rect">
            <a:avLst/>
          </a:prstGeom>
          <a:solidFill>
            <a:srgbClr val="F18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3995928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2263F"/>
                </a:solidFill>
                <a:latin typeface="Aptos"/>
              </a:rPr>
              <a:t>Pie Chart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434840"/>
            <a:ext cx="4526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977"/>
                </a:solidFill>
                <a:latin typeface="Aptos"/>
              </a:rPr>
              <a:t>Display category or segment proportions.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794760"/>
            <a:ext cx="49377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0" y="3794760"/>
            <a:ext cx="82296" cy="1234440"/>
          </a:xfrm>
          <a:prstGeom prst="rect">
            <a:avLst/>
          </a:prstGeom>
          <a:solidFill>
            <a:srgbClr val="28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29400" y="3995928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2263F"/>
                </a:solidFill>
                <a:latin typeface="Aptos"/>
              </a:rPr>
              <a:t>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434840"/>
            <a:ext cx="4526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977"/>
                </a:solidFill>
                <a:latin typeface="Aptos"/>
              </a:rPr>
              <a:t>Combine important metrics and charts in one view.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C6977"/>
                </a:solidFill>
                <a:latin typeface="Aptos"/>
              </a:rPr>
              <a:t>Data Science | 24AD3107 | A.Y. 2026–2027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C6977"/>
                </a:solidFill>
                <a:latin typeface="Aptos"/>
              </a:rPr>
              <a:t>9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509E63A-B3B0-3965-62FC-2BE855CE9B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12" y="185788"/>
            <a:ext cx="2930729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87354" y="-226503"/>
            <a:ext cx="12191695" cy="76297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5374" y="1375165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12263F"/>
                </a:solidFill>
                <a:latin typeface="Aptos"/>
              </a:rPr>
              <a:t>Expected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60" y="2313432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32B34"/>
                </a:solidFill>
                <a:latin typeface="Aptos"/>
              </a:defRPr>
            </a:pPr>
            <a:r>
              <a:rPr dirty="0"/>
              <a:t>A cleaned and organized dataset ready for analysis.</a:t>
            </a:r>
          </a:p>
          <a:p>
            <a:pPr>
              <a:spcAft>
                <a:spcPts val="1000"/>
              </a:spcAft>
              <a:defRPr sz="2100">
                <a:solidFill>
                  <a:srgbClr val="232B34"/>
                </a:solidFill>
                <a:latin typeface="Aptos"/>
              </a:defRPr>
            </a:pPr>
            <a:r>
              <a:rPr dirty="0"/>
              <a:t>Clear understanding of customer purchasing behavior.</a:t>
            </a:r>
          </a:p>
          <a:p>
            <a:pPr>
              <a:spcAft>
                <a:spcPts val="1000"/>
              </a:spcAft>
              <a:defRPr sz="2100">
                <a:solidFill>
                  <a:srgbClr val="232B34"/>
                </a:solidFill>
                <a:latin typeface="Aptos"/>
              </a:defRPr>
            </a:pPr>
            <a:r>
              <a:rPr dirty="0"/>
              <a:t>Identification of high-performing products and regions.</a:t>
            </a:r>
          </a:p>
          <a:p>
            <a:pPr>
              <a:spcAft>
                <a:spcPts val="1000"/>
              </a:spcAft>
              <a:defRPr sz="2100">
                <a:solidFill>
                  <a:srgbClr val="232B34"/>
                </a:solidFill>
                <a:latin typeface="Aptos"/>
              </a:defRPr>
            </a:pPr>
            <a:r>
              <a:rPr dirty="0"/>
              <a:t>Visual reports showing sales and profit trends.</a:t>
            </a:r>
          </a:p>
          <a:p>
            <a:pPr>
              <a:spcAft>
                <a:spcPts val="1000"/>
              </a:spcAft>
              <a:defRPr sz="2100">
                <a:solidFill>
                  <a:srgbClr val="232B34"/>
                </a:solidFill>
                <a:latin typeface="Aptos"/>
              </a:defRPr>
            </a:pPr>
            <a:r>
              <a:rPr dirty="0"/>
              <a:t>Insights that can help improve sales and customer satisfaction.</a:t>
            </a:r>
          </a:p>
          <a:p>
            <a:pPr>
              <a:spcAft>
                <a:spcPts val="1000"/>
              </a:spcAft>
              <a:defRPr sz="2100">
                <a:solidFill>
                  <a:srgbClr val="232B34"/>
                </a:solidFill>
                <a:latin typeface="Aptos"/>
              </a:defRPr>
            </a:pPr>
            <a:r>
              <a:rPr dirty="0"/>
              <a:t>A practical demonstration of real-world data science techniques.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C6977"/>
                </a:solidFill>
                <a:latin typeface="Aptos"/>
              </a:rPr>
              <a:t>Data Science | 24AD3107 | A.Y. 2026–2027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C6977"/>
                </a:solidFill>
                <a:latin typeface="Aptos"/>
              </a:rPr>
              <a:t>10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2A470BA-A3A6-090B-5AAD-10AA927600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699" y="35359"/>
            <a:ext cx="2930729" cy="123153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05050"/>
                </a:solidFill>
              </a:defRPr>
            </a:pPr>
            <a:r>
              <a:t>Previous studies related to customer behavior, sales analytics, and data-driven decision-making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458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S. No.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Research Area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Method / Technique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Key Findings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Relevance to Our Project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32323"/>
                          </a:solidFill>
                        </a:rPr>
                        <a:t>1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32323"/>
                          </a:solidFill>
                        </a:rPr>
                        <a:t>Customer Segmentation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32323"/>
                          </a:solidFill>
                        </a:rPr>
                        <a:t>RFM analysis and clustering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32323"/>
                          </a:solidFill>
                        </a:rPr>
                        <a:t>Customers can be grouped according to recency, frequency, and monetary value.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dirty="0">
                          <a:solidFill>
                            <a:srgbClr val="232323"/>
                          </a:solidFill>
                        </a:rPr>
                        <a:t>Helps identify high-value, loyal, and inactive customers.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32323"/>
                          </a:solidFill>
                        </a:rPr>
                        <a:t>2</a:t>
                      </a:r>
                    </a:p>
                  </a:txBody>
                  <a:tcPr marL="54864" marR="54864" marT="36576" marB="36576"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32323"/>
                          </a:solidFill>
                        </a:rPr>
                        <a:t>Sales Trend Analysis</a:t>
                      </a:r>
                    </a:p>
                  </a:txBody>
                  <a:tcPr marL="54864" marR="54864" marT="36576" marB="36576"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32323"/>
                          </a:solidFill>
                        </a:rPr>
                        <a:t>Time-series analysis and visualization</a:t>
                      </a:r>
                    </a:p>
                  </a:txBody>
                  <a:tcPr marL="54864" marR="54864" marT="36576" marB="36576"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32323"/>
                          </a:solidFill>
                        </a:rPr>
                        <a:t>Monthly and yearly trends reveal seasonal patterns and changes in demand.</a:t>
                      </a:r>
                    </a:p>
                  </a:txBody>
                  <a:tcPr marL="54864" marR="54864" marT="36576" marB="36576"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32323"/>
                          </a:solidFill>
                        </a:rPr>
                        <a:t>Supports sales trend charts and business planning.</a:t>
                      </a:r>
                    </a:p>
                  </a:txBody>
                  <a:tcPr marL="54864" marR="54864" marT="36576" marB="36576">
                    <a:solidFill>
                      <a:srgbClr val="EB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32323"/>
                          </a:solidFill>
                        </a:rPr>
                        <a:t>3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32323"/>
                          </a:solidFill>
                        </a:rPr>
                        <a:t>Product Performance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32323"/>
                          </a:solidFill>
                        </a:rPr>
                        <a:t>Category-wise and product-wise analysis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32323"/>
                          </a:solidFill>
                        </a:rPr>
                        <a:t>A small number of products or categories may contribute a large share of revenue.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32323"/>
                          </a:solidFill>
                        </a:rPr>
                        <a:t>Helps identify best-selling and profitable products.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32323"/>
                          </a:solidFill>
                        </a:rPr>
                        <a:t>4</a:t>
                      </a:r>
                    </a:p>
                  </a:txBody>
                  <a:tcPr marL="54864" marR="54864" marT="36576" marB="36576"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32323"/>
                          </a:solidFill>
                        </a:rPr>
                        <a:t>Profitability Analysis</a:t>
                      </a:r>
                    </a:p>
                  </a:txBody>
                  <a:tcPr marL="54864" marR="54864" marT="36576" marB="36576"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32323"/>
                          </a:solidFill>
                        </a:rPr>
                        <a:t>Correlation and comparative analysis</a:t>
                      </a:r>
                    </a:p>
                  </a:txBody>
                  <a:tcPr marL="54864" marR="54864" marT="36576" marB="36576"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32323"/>
                          </a:solidFill>
                        </a:rPr>
                        <a:t>Discounts, quantity, and product categories can influence profit margins.</a:t>
                      </a:r>
                    </a:p>
                  </a:txBody>
                  <a:tcPr marL="54864" marR="54864" marT="36576" marB="36576"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32323"/>
                          </a:solidFill>
                        </a:rPr>
                        <a:t>Supports analysis of discount impact and profit variation.</a:t>
                      </a:r>
                    </a:p>
                  </a:txBody>
                  <a:tcPr marL="54864" marR="54864" marT="36576" marB="36576">
                    <a:solidFill>
                      <a:srgbClr val="EB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32323"/>
                          </a:solidFill>
                        </a:rPr>
                        <a:t>5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32323"/>
                          </a:solidFill>
                        </a:rPr>
                        <a:t>Business Intelligence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32323"/>
                          </a:solidFill>
                        </a:rPr>
                        <a:t>Dashboards and KPI reporting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32323"/>
                          </a:solidFill>
                        </a:rPr>
                        <a:t>Interactive visual reports make complex business data easier to interpret.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dirty="0">
                          <a:solidFill>
                            <a:srgbClr val="232323"/>
                          </a:solidFill>
                        </a:rPr>
                        <a:t>Guides the development of charts and a sales analytics dashboard.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A5A5A"/>
                </a:solidFill>
              </a:defRPr>
            </a:pPr>
            <a:r>
              <a:t>Review focus: customer insights, sales performance, product analysis, profitability, and visualization.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99516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63F"/>
                </a:solidFill>
                <a:latin typeface="Aptos"/>
              </a:rPr>
              <a:t>Conclusion &amp; Future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1206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82296" cy="3383280"/>
          </a:xfrm>
          <a:prstGeom prst="rect">
            <a:avLst/>
          </a:prstGeom>
          <a:solidFill>
            <a:srgbClr val="18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18488"/>
            <a:ext cx="4709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2263F"/>
                </a:solidFill>
                <a:latin typeface="Aptos"/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57400"/>
            <a:ext cx="4709159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977"/>
                </a:solidFill>
                <a:latin typeface="Aptos"/>
              </a:rPr>
              <a:t>E-Commerce Customer &amp; Sales Analytics transforms raw retail data into meaningful insights. It demonstrates how Python-based data science can support business analysis, improve decision-making, and enhance overall performance.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1206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82296" cy="3383280"/>
          </a:xfrm>
          <a:prstGeom prst="rect">
            <a:avLst/>
          </a:prstGeom>
          <a:solidFill>
            <a:srgbClr val="F18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618488"/>
            <a:ext cx="4709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2263F"/>
                </a:solidFill>
                <a:latin typeface="Aptos"/>
              </a:rPr>
              <a:t>Future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057400"/>
            <a:ext cx="4709159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977"/>
                </a:solidFill>
                <a:latin typeface="Aptos"/>
              </a:rPr>
              <a:t>• Add interactive dashboards
• Apply machine learning for sales forecasting
• Predict customer churn
• Recommend products to customers
• Automate regular business reports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C6977"/>
                </a:solidFill>
                <a:latin typeface="Aptos"/>
              </a:rPr>
              <a:t>Data Science | 24AD3107 | A.Y. 2026–2027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C6977"/>
                </a:solidFill>
                <a:latin typeface="Aptos"/>
              </a:rPr>
              <a:t>11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11A266C-2F65-8E35-BC82-BAE408DC5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12" y="164592"/>
            <a:ext cx="1899015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66807" y="0"/>
            <a:ext cx="12191695" cy="6858000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0574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dirty="0" err="1">
                <a:solidFill>
                  <a:srgbClr val="FFFFFF"/>
                </a:solidFill>
                <a:latin typeface="Aptos"/>
              </a:rPr>
              <a:t>ThankYou</a:t>
            </a:r>
            <a:endParaRPr sz="42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51206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dirty="0">
                <a:solidFill>
                  <a:srgbClr val="FFFFFF"/>
                </a:solidFill>
                <a:latin typeface="Aptos"/>
              </a:rPr>
              <a:t>E-Commerce Customer &amp; Sales Analytics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7F8779-70EC-32DA-7D59-A4D53D840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12" y="185788"/>
            <a:ext cx="2930729" cy="11858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901</Words>
  <Application>Microsoft Office PowerPoint</Application>
  <PresentationFormat>Widescreen</PresentationFormat>
  <Paragraphs>145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harini challapalli</cp:lastModifiedBy>
  <cp:revision>1</cp:revision>
  <dcterms:created xsi:type="dcterms:W3CDTF">2013-01-27T09:14:16Z</dcterms:created>
  <dcterms:modified xsi:type="dcterms:W3CDTF">2026-09-15T04:11:27Z</dcterms:modified>
  <cp:category/>
</cp:coreProperties>
</file>